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76656" y="1668780"/>
            <a:ext cx="8238744" cy="592836"/>
          </a:xfrm>
          <a:prstGeom prst="roundRect">
            <a:avLst/>
          </a:prstGeom>
          <a:solidFill>
            <a:srgbClr val="DDD2B0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302C"/>
                </a:solidFill>
                <a:latin typeface="Aptos"/>
              </a:rPr>
              <a:t>title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76656" y="2334768"/>
            <a:ext cx="8238744" cy="420624"/>
          </a:xfrm>
          <a:prstGeom prst="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key_message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87552"/>
            <a:ext cx="1371600" cy="54864"/>
          </a:xfrm>
          <a:prstGeom prst="rect">
            <a:avLst/>
          </a:prstGeom>
          <a:solidFill>
            <a:srgbClr val="B8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accent</a:t>
            </a:r>
          </a:p>
        </p:txBody>
      </p:sp>
      <p:sp>
        <p:nvSpPr>
          <p:cNvPr id="6" name="Oval 5"/>
          <p:cNvSpPr/>
          <p:nvPr/>
        </p:nvSpPr>
        <p:spPr>
          <a:xfrm>
            <a:off x="9582912" y="411480"/>
            <a:ext cx="2148840" cy="2148840"/>
          </a:xfrm>
          <a:prstGeom prst="ellipse">
            <a:avLst/>
          </a:prstGeom>
          <a:solidFill>
            <a:srgbClr val="C7DC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0302C"/>
                </a:solidFill>
                <a:latin typeface="Aptos"/>
              </a:rPr>
              <a:t>icon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94192" y="2828544"/>
            <a:ext cx="3337560" cy="3337560"/>
          </a:xfrm>
          <a:prstGeom prst="roundRect">
            <a:avLst/>
          </a:prstGeom>
          <a:solidFill>
            <a:srgbClr val="C7DC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302C"/>
                </a:solidFill>
                <a:latin typeface="Aptos"/>
              </a:rPr>
              <a:t>hero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279392"/>
            <a:ext cx="8668512" cy="420624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0302C"/>
                </a:solidFill>
                <a:latin typeface="Aptos"/>
              </a:rPr>
              <a:t>chips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650992"/>
            <a:ext cx="11277295" cy="640080"/>
          </a:xfrm>
          <a:prstGeom prst="rect">
            <a:avLst/>
          </a:prstGeom>
          <a:solidFill>
            <a:srgbClr val="F0E8D8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0302C"/>
                </a:solidFill>
                <a:latin typeface="Aptos"/>
              </a:rPr>
              <a:t>notes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28544"/>
            <a:ext cx="8668512" cy="1341119"/>
          </a:xfrm>
          <a:prstGeom prst="rect">
            <a:avLst/>
          </a:prstGeom>
          <a:solidFill>
            <a:srgbClr val="F2EAD6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302C"/>
                </a:solidFill>
                <a:latin typeface="Aptos"/>
              </a:rPr>
              <a:t>content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809744"/>
            <a:ext cx="8668512" cy="640080"/>
          </a:xfrm>
          <a:prstGeom prst="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0302C"/>
                </a:solidFill>
                <a:latin typeface="Aptos"/>
              </a:rPr>
              <a:t>footer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0936" y="1207008"/>
            <a:ext cx="6821424" cy="548640"/>
          </a:xfrm>
          <a:prstGeom prst="roundRect">
            <a:avLst/>
          </a:prstGeom>
          <a:solidFill>
            <a:srgbClr val="CFE0D2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302C"/>
                </a:solidFill>
                <a:latin typeface="Aptos"/>
              </a:rPr>
              <a:t>title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30936" y="1828800"/>
            <a:ext cx="6821424" cy="420624"/>
          </a:xfrm>
          <a:prstGeom prst="rect">
            <a:avLst/>
          </a:prstGeom>
          <a:solidFill>
            <a:srgbClr val="E0ECE4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key_message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87552"/>
            <a:ext cx="822960" cy="54864"/>
          </a:xfrm>
          <a:prstGeom prst="rect">
            <a:avLst/>
          </a:prstGeom>
          <a:solidFill>
            <a:srgbClr val="B8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accent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22576"/>
            <a:ext cx="7178040" cy="420624"/>
          </a:xfrm>
          <a:prstGeom prst="roundRect">
            <a:avLst/>
          </a:prstGeom>
          <a:solidFill>
            <a:srgbClr val="E0ECE4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0302C"/>
                </a:solidFill>
                <a:latin typeface="Aptos"/>
              </a:rPr>
              <a:t>chips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650992"/>
            <a:ext cx="11274552" cy="640080"/>
          </a:xfrm>
          <a:prstGeom prst="rect">
            <a:avLst/>
          </a:prstGeom>
          <a:solidFill>
            <a:srgbClr val="E8F0EA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0302C"/>
                </a:solidFill>
                <a:latin typeface="Aptos"/>
              </a:rPr>
              <a:t>notes</a:t>
            </a:r>
          </a:p>
        </p:txBody>
      </p:sp>
      <p:sp>
        <p:nvSpPr>
          <p:cNvPr id="8" name="Oval 7"/>
          <p:cNvSpPr/>
          <p:nvPr/>
        </p:nvSpPr>
        <p:spPr>
          <a:xfrm>
            <a:off x="9582912" y="411480"/>
            <a:ext cx="2148840" cy="2148840"/>
          </a:xfrm>
          <a:prstGeom prst="ellipse">
            <a:avLst/>
          </a:prstGeom>
          <a:solidFill>
            <a:srgbClr val="C7DC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0302C"/>
                </a:solidFill>
                <a:latin typeface="Aptos"/>
              </a:rPr>
              <a:t>icon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3271" y="3049524"/>
            <a:ext cx="8193024" cy="592836"/>
          </a:xfrm>
          <a:prstGeom prst="roundRect">
            <a:avLst/>
          </a:prstGeom>
          <a:solidFill>
            <a:srgbClr val="DDD2B0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302C"/>
                </a:solidFill>
                <a:latin typeface="Aptos"/>
              </a:rPr>
              <a:t>title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33271" y="3715512"/>
            <a:ext cx="8193024" cy="621792"/>
          </a:xfrm>
          <a:prstGeom prst="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key_message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36192"/>
            <a:ext cx="1371600" cy="45720"/>
          </a:xfrm>
          <a:prstGeom prst="rect">
            <a:avLst/>
          </a:prstGeom>
          <a:solidFill>
            <a:srgbClr val="B8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accent</a:t>
            </a:r>
          </a:p>
        </p:txBody>
      </p:sp>
      <p:sp>
        <p:nvSpPr>
          <p:cNvPr id="6" name="Oval 5"/>
          <p:cNvSpPr/>
          <p:nvPr/>
        </p:nvSpPr>
        <p:spPr>
          <a:xfrm>
            <a:off x="10268712" y="411480"/>
            <a:ext cx="1463040" cy="1463040"/>
          </a:xfrm>
          <a:prstGeom prst="ellipse">
            <a:avLst/>
          </a:prstGeom>
          <a:solidFill>
            <a:srgbClr val="C7DC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0302C"/>
                </a:solidFill>
                <a:latin typeface="Aptos"/>
              </a:rPr>
              <a:t>icon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650992"/>
            <a:ext cx="10545775" cy="640080"/>
          </a:xfrm>
          <a:prstGeom prst="rect">
            <a:avLst/>
          </a:prstGeom>
          <a:solidFill>
            <a:srgbClr val="F0E8D8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0302C"/>
                </a:solidFill>
                <a:latin typeface="Aptos"/>
              </a:rPr>
              <a:t>notes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410456"/>
            <a:ext cx="8622792" cy="1039368"/>
          </a:xfrm>
          <a:prstGeom prst="rect">
            <a:avLst/>
          </a:prstGeom>
          <a:solidFill>
            <a:srgbClr val="F2EAD6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302C"/>
                </a:solidFill>
                <a:latin typeface="Aptos"/>
              </a:rPr>
              <a:t>content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3271" y="1746504"/>
            <a:ext cx="7845552" cy="438912"/>
          </a:xfrm>
          <a:prstGeom prst="roundRect">
            <a:avLst/>
          </a:prstGeom>
          <a:solidFill>
            <a:srgbClr val="CFE0D2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302C"/>
                </a:solidFill>
                <a:latin typeface="Aptos"/>
              </a:rPr>
              <a:t>title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33271" y="2258568"/>
            <a:ext cx="7845552" cy="621792"/>
          </a:xfrm>
          <a:prstGeom prst="rect">
            <a:avLst/>
          </a:prstGeom>
          <a:solidFill>
            <a:srgbClr val="E0ECE4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key_message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36192"/>
            <a:ext cx="822960" cy="45720"/>
          </a:xfrm>
          <a:prstGeom prst="rect">
            <a:avLst/>
          </a:prstGeom>
          <a:solidFill>
            <a:srgbClr val="B8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accent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650992"/>
            <a:ext cx="10543032" cy="640080"/>
          </a:xfrm>
          <a:prstGeom prst="rect">
            <a:avLst/>
          </a:prstGeom>
          <a:solidFill>
            <a:srgbClr val="E8F0EA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0302C"/>
                </a:solidFill>
                <a:latin typeface="Aptos"/>
              </a:rPr>
              <a:t>notes</a:t>
            </a:r>
          </a:p>
        </p:txBody>
      </p:sp>
      <p:sp>
        <p:nvSpPr>
          <p:cNvPr id="7" name="Oval 6"/>
          <p:cNvSpPr/>
          <p:nvPr/>
        </p:nvSpPr>
        <p:spPr>
          <a:xfrm>
            <a:off x="10268712" y="411480"/>
            <a:ext cx="1463040" cy="1463040"/>
          </a:xfrm>
          <a:prstGeom prst="ellipse">
            <a:avLst/>
          </a:prstGeom>
          <a:solidFill>
            <a:srgbClr val="C7DC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0302C"/>
                </a:solidFill>
                <a:latin typeface="Aptos"/>
              </a:rPr>
              <a:t>icon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40664" y="457200"/>
            <a:ext cx="10707624" cy="592836"/>
          </a:xfrm>
          <a:prstGeom prst="roundRect">
            <a:avLst/>
          </a:prstGeom>
          <a:solidFill>
            <a:srgbClr val="DDD2B0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302C"/>
                </a:solidFill>
                <a:latin typeface="Aptos"/>
              </a:rPr>
              <a:t>title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40664" y="1123188"/>
            <a:ext cx="10707624" cy="502920"/>
          </a:xfrm>
          <a:prstGeom prst="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key_message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99260"/>
            <a:ext cx="1371600" cy="36576"/>
          </a:xfrm>
          <a:prstGeom prst="rect">
            <a:avLst/>
          </a:prstGeom>
          <a:solidFill>
            <a:srgbClr val="B8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34668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accent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8567928" y="1900428"/>
            <a:ext cx="3163824" cy="3630168"/>
          </a:xfrm>
          <a:prstGeom prst="rect">
            <a:avLst/>
          </a:prstGeom>
          <a:solidFill>
            <a:srgbClr val="C7DC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sidebar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650992"/>
            <a:ext cx="11277295" cy="640080"/>
          </a:xfrm>
          <a:prstGeom prst="rect">
            <a:avLst/>
          </a:prstGeom>
          <a:solidFill>
            <a:srgbClr val="F0E8D8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0302C"/>
                </a:solidFill>
                <a:latin typeface="Aptos"/>
              </a:rPr>
              <a:t>notes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00428"/>
            <a:ext cx="7882127" cy="3549395"/>
          </a:xfrm>
          <a:prstGeom prst="rect">
            <a:avLst/>
          </a:prstGeom>
          <a:solidFill>
            <a:srgbClr val="F2EAD6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302C"/>
                </a:solidFill>
                <a:latin typeface="Aptos"/>
              </a:rPr>
              <a:t>content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57200"/>
            <a:ext cx="7735824" cy="457200"/>
          </a:xfrm>
          <a:prstGeom prst="roundRect">
            <a:avLst/>
          </a:prstGeom>
          <a:solidFill>
            <a:srgbClr val="CFE0D2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302C"/>
                </a:solidFill>
                <a:latin typeface="Aptos"/>
              </a:rPr>
              <a:t>title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87552"/>
            <a:ext cx="7735824" cy="502920"/>
          </a:xfrm>
          <a:prstGeom prst="rect">
            <a:avLst/>
          </a:prstGeom>
          <a:solidFill>
            <a:srgbClr val="E0ECE4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key_message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63624"/>
            <a:ext cx="1371600" cy="36576"/>
          </a:xfrm>
          <a:prstGeom prst="rect">
            <a:avLst/>
          </a:prstGeom>
          <a:solidFill>
            <a:srgbClr val="B8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99032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accent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64792"/>
            <a:ext cx="8138160" cy="3776472"/>
          </a:xfrm>
          <a:prstGeom prst="rect">
            <a:avLst/>
          </a:prstGeom>
          <a:solidFill>
            <a:srgbClr val="E4EFE7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302C"/>
                </a:solidFill>
                <a:latin typeface="Aptos"/>
              </a:rPr>
              <a:t>content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650992"/>
            <a:ext cx="11274552" cy="640080"/>
          </a:xfrm>
          <a:prstGeom prst="rect">
            <a:avLst/>
          </a:prstGeom>
          <a:solidFill>
            <a:srgbClr val="E8F0EA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0302C"/>
                </a:solidFill>
                <a:latin typeface="Aptos"/>
              </a:rPr>
              <a:t>notes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9098280" y="1764792"/>
            <a:ext cx="2633472" cy="3776472"/>
          </a:xfrm>
          <a:prstGeom prst="rect">
            <a:avLst/>
          </a:prstGeom>
          <a:solidFill>
            <a:srgbClr val="CFE0D2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sidebar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57200"/>
            <a:ext cx="8449056" cy="592836"/>
          </a:xfrm>
          <a:prstGeom prst="roundRect">
            <a:avLst/>
          </a:prstGeom>
          <a:solidFill>
            <a:srgbClr val="DDD2B0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302C"/>
                </a:solidFill>
                <a:latin typeface="Aptos"/>
              </a:rPr>
              <a:t>title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23188"/>
            <a:ext cx="8449056" cy="502920"/>
          </a:xfrm>
          <a:prstGeom prst="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key_message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99260"/>
            <a:ext cx="1371600" cy="36576"/>
          </a:xfrm>
          <a:prstGeom prst="rect">
            <a:avLst/>
          </a:prstGeom>
          <a:solidFill>
            <a:srgbClr val="B8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34668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accent</a:t>
            </a:r>
          </a:p>
        </p:txBody>
      </p:sp>
      <p:sp>
        <p:nvSpPr>
          <p:cNvPr id="6" name="Oval 5"/>
          <p:cNvSpPr/>
          <p:nvPr/>
        </p:nvSpPr>
        <p:spPr>
          <a:xfrm>
            <a:off x="9811512" y="411480"/>
            <a:ext cx="1920240" cy="1920240"/>
          </a:xfrm>
          <a:prstGeom prst="ellipse">
            <a:avLst/>
          </a:prstGeom>
          <a:solidFill>
            <a:srgbClr val="C7DC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0302C"/>
                </a:solidFill>
                <a:latin typeface="Aptos"/>
              </a:rPr>
              <a:t>icon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650992"/>
            <a:ext cx="11277295" cy="640080"/>
          </a:xfrm>
          <a:prstGeom prst="rect">
            <a:avLst/>
          </a:prstGeom>
          <a:solidFill>
            <a:srgbClr val="F0E8D8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0302C"/>
                </a:solidFill>
                <a:latin typeface="Aptos"/>
              </a:rPr>
              <a:t>notes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00428"/>
            <a:ext cx="8897112" cy="3549395"/>
          </a:xfrm>
          <a:prstGeom prst="rect">
            <a:avLst/>
          </a:prstGeom>
          <a:solidFill>
            <a:srgbClr val="F2EAD6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302C"/>
                </a:solidFill>
                <a:latin typeface="Aptos"/>
              </a:rPr>
              <a:t>content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67512" y="457200"/>
            <a:ext cx="8083296" cy="457200"/>
          </a:xfrm>
          <a:prstGeom prst="roundRect">
            <a:avLst/>
          </a:prstGeom>
          <a:solidFill>
            <a:srgbClr val="CFE0D2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302C"/>
                </a:solidFill>
                <a:latin typeface="Aptos"/>
              </a:rPr>
              <a:t>title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67512" y="987552"/>
            <a:ext cx="8083296" cy="502920"/>
          </a:xfrm>
          <a:prstGeom prst="rect">
            <a:avLst/>
          </a:prstGeom>
          <a:solidFill>
            <a:srgbClr val="E0ECE4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key_message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63624"/>
            <a:ext cx="1371600" cy="36576"/>
          </a:xfrm>
          <a:prstGeom prst="rect">
            <a:avLst/>
          </a:prstGeom>
          <a:solidFill>
            <a:srgbClr val="B8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99032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accent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64792"/>
            <a:ext cx="8503920" cy="3776472"/>
          </a:xfrm>
          <a:prstGeom prst="rect">
            <a:avLst/>
          </a:prstGeom>
          <a:solidFill>
            <a:srgbClr val="E4EFE7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302C"/>
                </a:solidFill>
                <a:latin typeface="Aptos"/>
              </a:rPr>
              <a:t>content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650992"/>
            <a:ext cx="11274552" cy="640080"/>
          </a:xfrm>
          <a:prstGeom prst="rect">
            <a:avLst/>
          </a:prstGeom>
          <a:solidFill>
            <a:srgbClr val="E8F0EA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0302C"/>
                </a:solidFill>
                <a:latin typeface="Aptos"/>
              </a:rPr>
              <a:t>notes</a:t>
            </a:r>
          </a:p>
        </p:txBody>
      </p:sp>
      <p:sp>
        <p:nvSpPr>
          <p:cNvPr id="8" name="Oval 7"/>
          <p:cNvSpPr/>
          <p:nvPr/>
        </p:nvSpPr>
        <p:spPr>
          <a:xfrm>
            <a:off x="9811512" y="411480"/>
            <a:ext cx="1920240" cy="1920240"/>
          </a:xfrm>
          <a:prstGeom prst="ellipse">
            <a:avLst/>
          </a:prstGeom>
          <a:solidFill>
            <a:srgbClr val="C7DC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0302C"/>
                </a:solidFill>
                <a:latin typeface="Aptos"/>
              </a:rPr>
              <a:t>icon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57200"/>
            <a:ext cx="8449056" cy="592836"/>
          </a:xfrm>
          <a:prstGeom prst="roundRect">
            <a:avLst/>
          </a:prstGeom>
          <a:solidFill>
            <a:srgbClr val="DDD2B0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302C"/>
                </a:solidFill>
                <a:latin typeface="Aptos"/>
              </a:rPr>
              <a:t>title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23188"/>
            <a:ext cx="8449056" cy="502920"/>
          </a:xfrm>
          <a:prstGeom prst="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key_message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99260"/>
            <a:ext cx="1371600" cy="36576"/>
          </a:xfrm>
          <a:prstGeom prst="rect">
            <a:avLst/>
          </a:prstGeom>
          <a:solidFill>
            <a:srgbClr val="B8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34668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accent</a:t>
            </a:r>
          </a:p>
        </p:txBody>
      </p:sp>
      <p:sp>
        <p:nvSpPr>
          <p:cNvPr id="6" name="Oval 5"/>
          <p:cNvSpPr/>
          <p:nvPr/>
        </p:nvSpPr>
        <p:spPr>
          <a:xfrm>
            <a:off x="9811512" y="411480"/>
            <a:ext cx="1920240" cy="1920240"/>
          </a:xfrm>
          <a:prstGeom prst="ellipse">
            <a:avLst/>
          </a:prstGeom>
          <a:solidFill>
            <a:srgbClr val="C7DC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0302C"/>
                </a:solidFill>
                <a:latin typeface="Aptos"/>
              </a:rPr>
              <a:t>icon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650992"/>
            <a:ext cx="11277295" cy="640080"/>
          </a:xfrm>
          <a:prstGeom prst="rect">
            <a:avLst/>
          </a:prstGeom>
          <a:solidFill>
            <a:srgbClr val="F0E8D8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0302C"/>
                </a:solidFill>
                <a:latin typeface="Aptos"/>
              </a:rPr>
              <a:t>notes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00428"/>
            <a:ext cx="4306824" cy="1645920"/>
          </a:xfrm>
          <a:prstGeom prst="roundRect">
            <a:avLst/>
          </a:prstGeom>
          <a:solidFill>
            <a:srgbClr val="D9E8E1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cards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56632" y="1900428"/>
            <a:ext cx="4306824" cy="1645920"/>
          </a:xfrm>
          <a:prstGeom prst="roundRect">
            <a:avLst/>
          </a:prstGeom>
          <a:solidFill>
            <a:srgbClr val="D9E8E1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cards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802380"/>
            <a:ext cx="4306824" cy="1645920"/>
          </a:xfrm>
          <a:prstGeom prst="roundRect">
            <a:avLst/>
          </a:prstGeom>
          <a:solidFill>
            <a:srgbClr val="D9E8E1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cards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56632" y="3802380"/>
            <a:ext cx="4306824" cy="1645920"/>
          </a:xfrm>
          <a:prstGeom prst="roundRect">
            <a:avLst/>
          </a:prstGeom>
          <a:solidFill>
            <a:srgbClr val="D9E8E1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cards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67512" y="457200"/>
            <a:ext cx="8083296" cy="457200"/>
          </a:xfrm>
          <a:prstGeom prst="roundRect">
            <a:avLst/>
          </a:prstGeom>
          <a:solidFill>
            <a:srgbClr val="CFE0D2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302C"/>
                </a:solidFill>
                <a:latin typeface="Aptos"/>
              </a:rPr>
              <a:t>title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67512" y="987552"/>
            <a:ext cx="8083296" cy="502920"/>
          </a:xfrm>
          <a:prstGeom prst="rect">
            <a:avLst/>
          </a:prstGeom>
          <a:solidFill>
            <a:srgbClr val="E0ECE4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key_message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63624"/>
            <a:ext cx="1371600" cy="36576"/>
          </a:xfrm>
          <a:prstGeom prst="rect">
            <a:avLst/>
          </a:prstGeom>
          <a:solidFill>
            <a:srgbClr val="B8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99032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accent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650992"/>
            <a:ext cx="11274552" cy="640080"/>
          </a:xfrm>
          <a:prstGeom prst="rect">
            <a:avLst/>
          </a:prstGeom>
          <a:solidFill>
            <a:srgbClr val="E8F0EA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0302C"/>
                </a:solidFill>
                <a:latin typeface="Aptos"/>
              </a:rPr>
              <a:t>notes</a:t>
            </a:r>
          </a:p>
        </p:txBody>
      </p:sp>
      <p:sp>
        <p:nvSpPr>
          <p:cNvPr id="7" name="Oval 6"/>
          <p:cNvSpPr/>
          <p:nvPr/>
        </p:nvSpPr>
        <p:spPr>
          <a:xfrm>
            <a:off x="9811512" y="411480"/>
            <a:ext cx="1920240" cy="1920240"/>
          </a:xfrm>
          <a:prstGeom prst="ellipse">
            <a:avLst/>
          </a:prstGeom>
          <a:solidFill>
            <a:srgbClr val="C7DC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0302C"/>
                </a:solidFill>
                <a:latin typeface="Aptos"/>
              </a:rPr>
              <a:t>icon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64792"/>
            <a:ext cx="4105656" cy="1760219"/>
          </a:xfrm>
          <a:prstGeom prst="roundRect">
            <a:avLst/>
          </a:prstGeom>
          <a:solidFill>
            <a:srgbClr val="D6E6DE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20302C"/>
                </a:solidFill>
                <a:latin typeface="Aptos"/>
              </a:rPr>
              <a:t>cards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55464" y="1764792"/>
            <a:ext cx="4105656" cy="1760219"/>
          </a:xfrm>
          <a:prstGeom prst="roundRect">
            <a:avLst/>
          </a:prstGeom>
          <a:solidFill>
            <a:srgbClr val="D6E6DE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20302C"/>
                </a:solidFill>
                <a:latin typeface="Aptos"/>
              </a:rPr>
              <a:t>cards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781044"/>
            <a:ext cx="4105656" cy="1760219"/>
          </a:xfrm>
          <a:prstGeom prst="roundRect">
            <a:avLst/>
          </a:prstGeom>
          <a:solidFill>
            <a:srgbClr val="D6E6DE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20302C"/>
                </a:solidFill>
                <a:latin typeface="Aptos"/>
              </a:rPr>
              <a:t>cards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55464" y="3781044"/>
            <a:ext cx="4105656" cy="1760219"/>
          </a:xfrm>
          <a:prstGeom prst="roundRect">
            <a:avLst/>
          </a:prstGeom>
          <a:solidFill>
            <a:srgbClr val="D6E6DE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20302C"/>
                </a:solidFill>
                <a:latin typeface="Aptos"/>
              </a:rPr>
              <a:t>cards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57200"/>
            <a:ext cx="8449056" cy="592836"/>
          </a:xfrm>
          <a:prstGeom prst="roundRect">
            <a:avLst/>
          </a:prstGeom>
          <a:solidFill>
            <a:srgbClr val="DDD2B0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302C"/>
                </a:solidFill>
                <a:latin typeface="Aptos"/>
              </a:rPr>
              <a:t>title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23188"/>
            <a:ext cx="8449056" cy="502920"/>
          </a:xfrm>
          <a:prstGeom prst="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key_message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99260"/>
            <a:ext cx="1371600" cy="36576"/>
          </a:xfrm>
          <a:prstGeom prst="rect">
            <a:avLst/>
          </a:prstGeom>
          <a:solidFill>
            <a:srgbClr val="B8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34668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accent</a:t>
            </a:r>
          </a:p>
        </p:txBody>
      </p:sp>
      <p:sp>
        <p:nvSpPr>
          <p:cNvPr id="6" name="Oval 5"/>
          <p:cNvSpPr/>
          <p:nvPr/>
        </p:nvSpPr>
        <p:spPr>
          <a:xfrm>
            <a:off x="9811512" y="411480"/>
            <a:ext cx="1920240" cy="1920240"/>
          </a:xfrm>
          <a:prstGeom prst="ellipse">
            <a:avLst/>
          </a:prstGeom>
          <a:solidFill>
            <a:srgbClr val="C7DC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0302C"/>
                </a:solidFill>
                <a:latin typeface="Aptos"/>
              </a:rPr>
              <a:t>icon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650992"/>
            <a:ext cx="11277295" cy="640080"/>
          </a:xfrm>
          <a:prstGeom prst="rect">
            <a:avLst/>
          </a:prstGeom>
          <a:solidFill>
            <a:srgbClr val="F0E8D8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0302C"/>
                </a:solidFill>
                <a:latin typeface="Aptos"/>
              </a:rPr>
              <a:t>notes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73580"/>
            <a:ext cx="2752344" cy="2706624"/>
          </a:xfrm>
          <a:prstGeom prst="roundRect">
            <a:avLst/>
          </a:prstGeom>
          <a:solidFill>
            <a:srgbClr val="D9E8E1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stats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9584" y="1973580"/>
            <a:ext cx="2752344" cy="2706624"/>
          </a:xfrm>
          <a:prstGeom prst="roundRect">
            <a:avLst/>
          </a:prstGeom>
          <a:solidFill>
            <a:srgbClr val="D9E8E1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stats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01968" y="1973580"/>
            <a:ext cx="2752344" cy="2706624"/>
          </a:xfrm>
          <a:prstGeom prst="roundRect">
            <a:avLst/>
          </a:prstGeom>
          <a:solidFill>
            <a:srgbClr val="D9E8E1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stats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791456"/>
            <a:ext cx="8897112" cy="658367"/>
          </a:xfrm>
          <a:prstGeom prst="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0302C"/>
                </a:solidFill>
                <a:latin typeface="Aptos"/>
              </a:rPr>
              <a:t>footer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67512" y="457200"/>
            <a:ext cx="8083296" cy="457200"/>
          </a:xfrm>
          <a:prstGeom prst="roundRect">
            <a:avLst/>
          </a:prstGeom>
          <a:solidFill>
            <a:srgbClr val="CFE0D2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302C"/>
                </a:solidFill>
                <a:latin typeface="Aptos"/>
              </a:rPr>
              <a:t>title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67512" y="987552"/>
            <a:ext cx="8083296" cy="502920"/>
          </a:xfrm>
          <a:prstGeom prst="rect">
            <a:avLst/>
          </a:prstGeom>
          <a:solidFill>
            <a:srgbClr val="E0ECE4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key_message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63624"/>
            <a:ext cx="1371600" cy="36576"/>
          </a:xfrm>
          <a:prstGeom prst="rect">
            <a:avLst/>
          </a:prstGeom>
          <a:solidFill>
            <a:srgbClr val="B8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99032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accent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650992"/>
            <a:ext cx="11274552" cy="640080"/>
          </a:xfrm>
          <a:prstGeom prst="rect">
            <a:avLst/>
          </a:prstGeom>
          <a:solidFill>
            <a:srgbClr val="E8F0EA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0302C"/>
                </a:solidFill>
                <a:latin typeface="Aptos"/>
              </a:rPr>
              <a:t>notes</a:t>
            </a:r>
          </a:p>
        </p:txBody>
      </p:sp>
      <p:sp>
        <p:nvSpPr>
          <p:cNvPr id="7" name="Oval 6"/>
          <p:cNvSpPr/>
          <p:nvPr/>
        </p:nvSpPr>
        <p:spPr>
          <a:xfrm>
            <a:off x="9811512" y="411480"/>
            <a:ext cx="1920240" cy="1920240"/>
          </a:xfrm>
          <a:prstGeom prst="ellipse">
            <a:avLst/>
          </a:prstGeom>
          <a:solidFill>
            <a:srgbClr val="C7DC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0302C"/>
                </a:solidFill>
                <a:latin typeface="Aptos"/>
              </a:rPr>
              <a:t>icon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64792"/>
            <a:ext cx="2621280" cy="1705173"/>
          </a:xfrm>
          <a:prstGeom prst="roundRect">
            <a:avLst/>
          </a:prstGeom>
          <a:solidFill>
            <a:srgbClr val="D6E6DE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20302C"/>
                </a:solidFill>
                <a:latin typeface="Aptos"/>
              </a:rPr>
              <a:t>stats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8520" y="1764792"/>
            <a:ext cx="2621280" cy="1705173"/>
          </a:xfrm>
          <a:prstGeom prst="roundRect">
            <a:avLst/>
          </a:prstGeom>
          <a:solidFill>
            <a:srgbClr val="D6E6DE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20302C"/>
                </a:solidFill>
                <a:latin typeface="Aptos"/>
              </a:rPr>
              <a:t>stats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9840" y="1764792"/>
            <a:ext cx="2621280" cy="1705173"/>
          </a:xfrm>
          <a:prstGeom prst="roundRect">
            <a:avLst/>
          </a:prstGeom>
          <a:solidFill>
            <a:srgbClr val="D6E6DE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20302C"/>
                </a:solidFill>
                <a:latin typeface="Aptos"/>
              </a:rPr>
              <a:t>stats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882896"/>
            <a:ext cx="8503920" cy="658368"/>
          </a:xfrm>
          <a:prstGeom prst="rect">
            <a:avLst/>
          </a:prstGeom>
          <a:solidFill>
            <a:srgbClr val="E0ECE4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0302C"/>
                </a:solidFill>
                <a:latin typeface="Aptos"/>
              </a:rPr>
              <a:t>footer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57200"/>
            <a:ext cx="8449056" cy="592836"/>
          </a:xfrm>
          <a:prstGeom prst="roundRect">
            <a:avLst/>
          </a:prstGeom>
          <a:solidFill>
            <a:srgbClr val="DDD2B0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302C"/>
                </a:solidFill>
                <a:latin typeface="Aptos"/>
              </a:rPr>
              <a:t>title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23188"/>
            <a:ext cx="8449056" cy="502920"/>
          </a:xfrm>
          <a:prstGeom prst="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key_message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99260"/>
            <a:ext cx="1371600" cy="36576"/>
          </a:xfrm>
          <a:prstGeom prst="rect">
            <a:avLst/>
          </a:prstGeom>
          <a:solidFill>
            <a:srgbClr val="B8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34668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accent</a:t>
            </a:r>
          </a:p>
        </p:txBody>
      </p:sp>
      <p:sp>
        <p:nvSpPr>
          <p:cNvPr id="6" name="Oval 5"/>
          <p:cNvSpPr/>
          <p:nvPr/>
        </p:nvSpPr>
        <p:spPr>
          <a:xfrm>
            <a:off x="9811512" y="411480"/>
            <a:ext cx="1920240" cy="1920240"/>
          </a:xfrm>
          <a:prstGeom prst="ellipse">
            <a:avLst/>
          </a:prstGeom>
          <a:solidFill>
            <a:srgbClr val="C7DC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0302C"/>
                </a:solidFill>
                <a:latin typeface="Aptos"/>
              </a:rPr>
              <a:t>icon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650992"/>
            <a:ext cx="11277295" cy="640080"/>
          </a:xfrm>
          <a:prstGeom prst="rect">
            <a:avLst/>
          </a:prstGeom>
          <a:solidFill>
            <a:srgbClr val="F0E8D8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0302C"/>
                </a:solidFill>
                <a:latin typeface="Aptos"/>
              </a:rPr>
              <a:t>notes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00428"/>
            <a:ext cx="4334256" cy="3549395"/>
          </a:xfrm>
          <a:prstGeom prst="rect">
            <a:avLst/>
          </a:prstGeom>
          <a:solidFill>
            <a:srgbClr val="D9E8E1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comparison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0056" y="1900428"/>
            <a:ext cx="4334256" cy="3549395"/>
          </a:xfrm>
          <a:prstGeom prst="rect">
            <a:avLst/>
          </a:prstGeom>
          <a:solidFill>
            <a:srgbClr val="D9E8E1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comparison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67512" y="457200"/>
            <a:ext cx="8083296" cy="457200"/>
          </a:xfrm>
          <a:prstGeom prst="roundRect">
            <a:avLst/>
          </a:prstGeom>
          <a:solidFill>
            <a:srgbClr val="CFE0D2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302C"/>
                </a:solidFill>
                <a:latin typeface="Aptos"/>
              </a:rPr>
              <a:t>title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67512" y="987552"/>
            <a:ext cx="8083296" cy="502920"/>
          </a:xfrm>
          <a:prstGeom prst="rect">
            <a:avLst/>
          </a:prstGeom>
          <a:solidFill>
            <a:srgbClr val="E0ECE4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key_message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63624"/>
            <a:ext cx="1371600" cy="36576"/>
          </a:xfrm>
          <a:prstGeom prst="rect">
            <a:avLst/>
          </a:prstGeom>
          <a:solidFill>
            <a:srgbClr val="B8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99032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accent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650992"/>
            <a:ext cx="11274552" cy="640080"/>
          </a:xfrm>
          <a:prstGeom prst="rect">
            <a:avLst/>
          </a:prstGeom>
          <a:solidFill>
            <a:srgbClr val="E8F0EA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0302C"/>
                </a:solidFill>
                <a:latin typeface="Aptos"/>
              </a:rPr>
              <a:t>notes</a:t>
            </a:r>
          </a:p>
        </p:txBody>
      </p:sp>
      <p:sp>
        <p:nvSpPr>
          <p:cNvPr id="7" name="Oval 6"/>
          <p:cNvSpPr/>
          <p:nvPr/>
        </p:nvSpPr>
        <p:spPr>
          <a:xfrm>
            <a:off x="9811512" y="411480"/>
            <a:ext cx="1920240" cy="1920240"/>
          </a:xfrm>
          <a:prstGeom prst="ellipse">
            <a:avLst/>
          </a:prstGeom>
          <a:solidFill>
            <a:srgbClr val="C7DC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0302C"/>
                </a:solidFill>
                <a:latin typeface="Aptos"/>
              </a:rPr>
              <a:t>icon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64792"/>
            <a:ext cx="4137660" cy="3776472"/>
          </a:xfrm>
          <a:prstGeom prst="rect">
            <a:avLst/>
          </a:prstGeom>
          <a:solidFill>
            <a:srgbClr val="D6E6DE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comparison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3460" y="1764792"/>
            <a:ext cx="4137660" cy="3776472"/>
          </a:xfrm>
          <a:prstGeom prst="rect">
            <a:avLst/>
          </a:prstGeom>
          <a:solidFill>
            <a:srgbClr val="D6E6DE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comparison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57200"/>
            <a:ext cx="8449056" cy="592836"/>
          </a:xfrm>
          <a:prstGeom prst="roundRect">
            <a:avLst/>
          </a:prstGeom>
          <a:solidFill>
            <a:srgbClr val="DDD2B0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302C"/>
                </a:solidFill>
                <a:latin typeface="Aptos"/>
              </a:rPr>
              <a:t>title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23188"/>
            <a:ext cx="8449056" cy="502920"/>
          </a:xfrm>
          <a:prstGeom prst="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key_message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99260"/>
            <a:ext cx="1371600" cy="36576"/>
          </a:xfrm>
          <a:prstGeom prst="rect">
            <a:avLst/>
          </a:prstGeom>
          <a:solidFill>
            <a:srgbClr val="B8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34668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accent</a:t>
            </a:r>
          </a:p>
        </p:txBody>
      </p:sp>
      <p:sp>
        <p:nvSpPr>
          <p:cNvPr id="6" name="Oval 5"/>
          <p:cNvSpPr/>
          <p:nvPr/>
        </p:nvSpPr>
        <p:spPr>
          <a:xfrm>
            <a:off x="9811512" y="411480"/>
            <a:ext cx="1920240" cy="1920240"/>
          </a:xfrm>
          <a:prstGeom prst="ellipse">
            <a:avLst/>
          </a:prstGeom>
          <a:solidFill>
            <a:srgbClr val="C7DC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0302C"/>
                </a:solidFill>
                <a:latin typeface="Aptos"/>
              </a:rPr>
              <a:t>icon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650992"/>
            <a:ext cx="11277295" cy="640080"/>
          </a:xfrm>
          <a:prstGeom prst="rect">
            <a:avLst/>
          </a:prstGeom>
          <a:solidFill>
            <a:srgbClr val="F0E8D8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0302C"/>
                </a:solidFill>
                <a:latin typeface="Aptos"/>
              </a:rPr>
              <a:t>notes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05840" y="1900428"/>
            <a:ext cx="0" cy="3549396"/>
          </a:xfrm>
          <a:prstGeom prst="line">
            <a:avLst/>
          </a:prstGeom>
          <a:ln w="31750">
            <a:solidFill>
              <a:srgbClr val="658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133856" y="1900428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timeline</a:t>
            </a:r>
          </a:p>
        </p:txBody>
      </p:sp>
      <p:sp>
        <p:nvSpPr>
          <p:cNvPr id="10" name="Oval 9"/>
          <p:cNvSpPr/>
          <p:nvPr/>
        </p:nvSpPr>
        <p:spPr>
          <a:xfrm>
            <a:off x="896112" y="1937004"/>
            <a:ext cx="219456" cy="219456"/>
          </a:xfrm>
          <a:prstGeom prst="ellipse">
            <a:avLst/>
          </a:prstGeom>
          <a:solidFill>
            <a:srgbClr val="658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325880" y="1863852"/>
            <a:ext cx="8028431" cy="603371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0302C"/>
                </a:solidFill>
                <a:latin typeface="Aptos"/>
              </a:rPr>
              <a:t>timeline</a:t>
            </a:r>
          </a:p>
        </p:txBody>
      </p:sp>
      <p:sp>
        <p:nvSpPr>
          <p:cNvPr id="12" name="Oval 11"/>
          <p:cNvSpPr/>
          <p:nvPr/>
        </p:nvSpPr>
        <p:spPr>
          <a:xfrm>
            <a:off x="896112" y="2646852"/>
            <a:ext cx="219456" cy="219456"/>
          </a:xfrm>
          <a:prstGeom prst="ellipse">
            <a:avLst/>
          </a:prstGeom>
          <a:solidFill>
            <a:srgbClr val="658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25880" y="2573700"/>
            <a:ext cx="8028431" cy="603371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0302C"/>
                </a:solidFill>
                <a:latin typeface="Aptos"/>
              </a:rPr>
              <a:t>timeline</a:t>
            </a:r>
          </a:p>
        </p:txBody>
      </p:sp>
      <p:sp>
        <p:nvSpPr>
          <p:cNvPr id="14" name="Oval 13"/>
          <p:cNvSpPr/>
          <p:nvPr/>
        </p:nvSpPr>
        <p:spPr>
          <a:xfrm>
            <a:off x="896112" y="3356701"/>
            <a:ext cx="219456" cy="219456"/>
          </a:xfrm>
          <a:prstGeom prst="ellipse">
            <a:avLst/>
          </a:prstGeom>
          <a:solidFill>
            <a:srgbClr val="658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325880" y="3283549"/>
            <a:ext cx="8028431" cy="603371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0302C"/>
                </a:solidFill>
                <a:latin typeface="Aptos"/>
              </a:rPr>
              <a:t>timeline</a:t>
            </a:r>
          </a:p>
        </p:txBody>
      </p:sp>
      <p:sp>
        <p:nvSpPr>
          <p:cNvPr id="16" name="Oval 15"/>
          <p:cNvSpPr/>
          <p:nvPr/>
        </p:nvSpPr>
        <p:spPr>
          <a:xfrm>
            <a:off x="896112" y="4066550"/>
            <a:ext cx="219456" cy="219456"/>
          </a:xfrm>
          <a:prstGeom prst="ellipse">
            <a:avLst/>
          </a:prstGeom>
          <a:solidFill>
            <a:srgbClr val="658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325880" y="3993398"/>
            <a:ext cx="8028431" cy="603371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0302C"/>
                </a:solidFill>
                <a:latin typeface="Aptos"/>
              </a:rPr>
              <a:t>timeline</a:t>
            </a:r>
          </a:p>
        </p:txBody>
      </p:sp>
      <p:sp>
        <p:nvSpPr>
          <p:cNvPr id="18" name="Oval 17"/>
          <p:cNvSpPr/>
          <p:nvPr/>
        </p:nvSpPr>
        <p:spPr>
          <a:xfrm>
            <a:off x="896112" y="4776398"/>
            <a:ext cx="219456" cy="219456"/>
          </a:xfrm>
          <a:prstGeom prst="ellipse">
            <a:avLst/>
          </a:prstGeom>
          <a:solidFill>
            <a:srgbClr val="658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325880" y="4703246"/>
            <a:ext cx="8028431" cy="603371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0302C"/>
                </a:solidFill>
                <a:latin typeface="Aptos"/>
              </a:rPr>
              <a:t>timeline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67512" y="457200"/>
            <a:ext cx="8083296" cy="457200"/>
          </a:xfrm>
          <a:prstGeom prst="roundRect">
            <a:avLst/>
          </a:prstGeom>
          <a:solidFill>
            <a:srgbClr val="CFE0D2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302C"/>
                </a:solidFill>
                <a:latin typeface="Aptos"/>
              </a:rPr>
              <a:t>title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67512" y="987552"/>
            <a:ext cx="8083296" cy="502920"/>
          </a:xfrm>
          <a:prstGeom prst="rect">
            <a:avLst/>
          </a:prstGeom>
          <a:solidFill>
            <a:srgbClr val="E0ECE4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key_message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63624"/>
            <a:ext cx="1371600" cy="36576"/>
          </a:xfrm>
          <a:prstGeom prst="rect">
            <a:avLst/>
          </a:prstGeom>
          <a:solidFill>
            <a:srgbClr val="B8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99032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accent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650992"/>
            <a:ext cx="11274552" cy="640080"/>
          </a:xfrm>
          <a:prstGeom prst="rect">
            <a:avLst/>
          </a:prstGeom>
          <a:solidFill>
            <a:srgbClr val="E8F0EA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0302C"/>
                </a:solidFill>
                <a:latin typeface="Aptos"/>
              </a:rPr>
              <a:t>notes</a:t>
            </a:r>
          </a:p>
        </p:txBody>
      </p:sp>
      <p:sp>
        <p:nvSpPr>
          <p:cNvPr id="7" name="Oval 6"/>
          <p:cNvSpPr/>
          <p:nvPr/>
        </p:nvSpPr>
        <p:spPr>
          <a:xfrm>
            <a:off x="9811512" y="411480"/>
            <a:ext cx="1920240" cy="1920240"/>
          </a:xfrm>
          <a:prstGeom prst="ellipse">
            <a:avLst/>
          </a:prstGeom>
          <a:solidFill>
            <a:srgbClr val="C7DC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0302C"/>
                </a:solidFill>
                <a:latin typeface="Aptos"/>
              </a:rPr>
              <a:t>icon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05840" y="1764792"/>
            <a:ext cx="0" cy="3776472"/>
          </a:xfrm>
          <a:prstGeom prst="line">
            <a:avLst/>
          </a:prstGeom>
          <a:ln w="31750">
            <a:solidFill>
              <a:srgbClr val="658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133856" y="1764792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timeline</a:t>
            </a:r>
          </a:p>
        </p:txBody>
      </p:sp>
      <p:sp>
        <p:nvSpPr>
          <p:cNvPr id="10" name="Oval 9"/>
          <p:cNvSpPr/>
          <p:nvPr/>
        </p:nvSpPr>
        <p:spPr>
          <a:xfrm>
            <a:off x="896112" y="1837943"/>
            <a:ext cx="219456" cy="219456"/>
          </a:xfrm>
          <a:prstGeom prst="ellipse">
            <a:avLst/>
          </a:prstGeom>
          <a:solidFill>
            <a:srgbClr val="658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325880" y="1764792"/>
            <a:ext cx="7635240" cy="619341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0302C"/>
                </a:solidFill>
                <a:latin typeface="Aptos"/>
              </a:rPr>
              <a:t>timeline</a:t>
            </a:r>
          </a:p>
        </p:txBody>
      </p:sp>
      <p:sp>
        <p:nvSpPr>
          <p:cNvPr id="12" name="Oval 11"/>
          <p:cNvSpPr/>
          <p:nvPr/>
        </p:nvSpPr>
        <p:spPr>
          <a:xfrm>
            <a:off x="896112" y="2593238"/>
            <a:ext cx="219456" cy="219456"/>
          </a:xfrm>
          <a:prstGeom prst="ellipse">
            <a:avLst/>
          </a:prstGeom>
          <a:solidFill>
            <a:srgbClr val="658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25880" y="2520086"/>
            <a:ext cx="7635240" cy="619341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0302C"/>
                </a:solidFill>
                <a:latin typeface="Aptos"/>
              </a:rPr>
              <a:t>timeline</a:t>
            </a:r>
          </a:p>
        </p:txBody>
      </p:sp>
      <p:sp>
        <p:nvSpPr>
          <p:cNvPr id="14" name="Oval 13"/>
          <p:cNvSpPr/>
          <p:nvPr/>
        </p:nvSpPr>
        <p:spPr>
          <a:xfrm>
            <a:off x="896112" y="3348532"/>
            <a:ext cx="219456" cy="219456"/>
          </a:xfrm>
          <a:prstGeom prst="ellipse">
            <a:avLst/>
          </a:prstGeom>
          <a:solidFill>
            <a:srgbClr val="658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325880" y="3275380"/>
            <a:ext cx="7635240" cy="619341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0302C"/>
                </a:solidFill>
                <a:latin typeface="Aptos"/>
              </a:rPr>
              <a:t>timeline</a:t>
            </a:r>
          </a:p>
        </p:txBody>
      </p:sp>
      <p:sp>
        <p:nvSpPr>
          <p:cNvPr id="16" name="Oval 15"/>
          <p:cNvSpPr/>
          <p:nvPr/>
        </p:nvSpPr>
        <p:spPr>
          <a:xfrm>
            <a:off x="896112" y="4103827"/>
            <a:ext cx="219456" cy="219456"/>
          </a:xfrm>
          <a:prstGeom prst="ellipse">
            <a:avLst/>
          </a:prstGeom>
          <a:solidFill>
            <a:srgbClr val="658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325880" y="4030675"/>
            <a:ext cx="7635240" cy="619341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0302C"/>
                </a:solidFill>
                <a:latin typeface="Aptos"/>
              </a:rPr>
              <a:t>timeline</a:t>
            </a:r>
          </a:p>
        </p:txBody>
      </p:sp>
      <p:sp>
        <p:nvSpPr>
          <p:cNvPr id="18" name="Oval 17"/>
          <p:cNvSpPr/>
          <p:nvPr/>
        </p:nvSpPr>
        <p:spPr>
          <a:xfrm>
            <a:off x="896112" y="4859121"/>
            <a:ext cx="219456" cy="219456"/>
          </a:xfrm>
          <a:prstGeom prst="ellipse">
            <a:avLst/>
          </a:prstGeom>
          <a:solidFill>
            <a:srgbClr val="658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325880" y="4785969"/>
            <a:ext cx="7635240" cy="619341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0302C"/>
                </a:solidFill>
                <a:latin typeface="Aptos"/>
              </a:rPr>
              <a:t>timeline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57200"/>
            <a:ext cx="8449056" cy="592836"/>
          </a:xfrm>
          <a:prstGeom prst="roundRect">
            <a:avLst/>
          </a:prstGeom>
          <a:solidFill>
            <a:srgbClr val="DDD2B0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302C"/>
                </a:solidFill>
                <a:latin typeface="Aptos"/>
              </a:rPr>
              <a:t>title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23188"/>
            <a:ext cx="8449056" cy="502920"/>
          </a:xfrm>
          <a:prstGeom prst="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key_message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99260"/>
            <a:ext cx="1371600" cy="36576"/>
          </a:xfrm>
          <a:prstGeom prst="rect">
            <a:avLst/>
          </a:prstGeom>
          <a:solidFill>
            <a:srgbClr val="B8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34668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accent</a:t>
            </a:r>
          </a:p>
        </p:txBody>
      </p:sp>
      <p:sp>
        <p:nvSpPr>
          <p:cNvPr id="6" name="Oval 5"/>
          <p:cNvSpPr/>
          <p:nvPr/>
        </p:nvSpPr>
        <p:spPr>
          <a:xfrm>
            <a:off x="9811512" y="411480"/>
            <a:ext cx="1920240" cy="1920240"/>
          </a:xfrm>
          <a:prstGeom prst="ellipse">
            <a:avLst/>
          </a:prstGeom>
          <a:solidFill>
            <a:srgbClr val="C7DC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0302C"/>
                </a:solidFill>
                <a:latin typeface="Aptos"/>
              </a:rPr>
              <a:t>icon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00428"/>
            <a:ext cx="8897112" cy="868680"/>
          </a:xfrm>
          <a:prstGeom prst="roundRect">
            <a:avLst/>
          </a:prstGeom>
          <a:solidFill>
            <a:srgbClr val="C7DC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summary_box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650992"/>
            <a:ext cx="11277295" cy="640080"/>
          </a:xfrm>
          <a:prstGeom prst="rect">
            <a:avLst/>
          </a:prstGeom>
          <a:solidFill>
            <a:srgbClr val="F0E8D8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0302C"/>
                </a:solidFill>
                <a:latin typeface="Aptos"/>
              </a:rPr>
              <a:t>notes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70276"/>
            <a:ext cx="8897112" cy="2479548"/>
          </a:xfrm>
          <a:prstGeom prst="rect">
            <a:avLst/>
          </a:prstGeom>
          <a:solidFill>
            <a:srgbClr val="F2EAD6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302C"/>
                </a:solidFill>
                <a:latin typeface="Aptos"/>
              </a:rPr>
              <a:t>content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67512" y="457200"/>
            <a:ext cx="8083296" cy="457200"/>
          </a:xfrm>
          <a:prstGeom prst="roundRect">
            <a:avLst/>
          </a:prstGeom>
          <a:solidFill>
            <a:srgbClr val="CFE0D2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302C"/>
                </a:solidFill>
                <a:latin typeface="Aptos"/>
              </a:rPr>
              <a:t>title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67512" y="987552"/>
            <a:ext cx="8083296" cy="502920"/>
          </a:xfrm>
          <a:prstGeom prst="rect">
            <a:avLst/>
          </a:prstGeom>
          <a:solidFill>
            <a:srgbClr val="E0ECE4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key_message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63624"/>
            <a:ext cx="1371600" cy="36576"/>
          </a:xfrm>
          <a:prstGeom prst="rect">
            <a:avLst/>
          </a:prstGeom>
          <a:solidFill>
            <a:srgbClr val="B8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99032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accent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64792"/>
            <a:ext cx="8503920" cy="868680"/>
          </a:xfrm>
          <a:prstGeom prst="roundRect">
            <a:avLst/>
          </a:prstGeom>
          <a:solidFill>
            <a:srgbClr val="CFE0D2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summary_box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706624"/>
            <a:ext cx="8503920" cy="2834640"/>
          </a:xfrm>
          <a:prstGeom prst="rect">
            <a:avLst/>
          </a:prstGeom>
          <a:solidFill>
            <a:srgbClr val="E4EFE7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302C"/>
                </a:solidFill>
                <a:latin typeface="Aptos"/>
              </a:rPr>
              <a:t>content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650992"/>
            <a:ext cx="11274552" cy="640080"/>
          </a:xfrm>
          <a:prstGeom prst="rect">
            <a:avLst/>
          </a:prstGeom>
          <a:solidFill>
            <a:srgbClr val="E8F0EA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0302C"/>
                </a:solidFill>
                <a:latin typeface="Aptos"/>
              </a:rPr>
              <a:t>notes</a:t>
            </a:r>
          </a:p>
        </p:txBody>
      </p:sp>
      <p:sp>
        <p:nvSpPr>
          <p:cNvPr id="9" name="Oval 8"/>
          <p:cNvSpPr/>
          <p:nvPr/>
        </p:nvSpPr>
        <p:spPr>
          <a:xfrm>
            <a:off x="9811512" y="411480"/>
            <a:ext cx="1920240" cy="1920240"/>
          </a:xfrm>
          <a:prstGeom prst="ellipse">
            <a:avLst/>
          </a:prstGeom>
          <a:solidFill>
            <a:srgbClr val="C7DC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0302C"/>
                </a:solidFill>
                <a:latin typeface="Aptos"/>
              </a:rPr>
              <a:t>icon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57200"/>
            <a:ext cx="8714232" cy="592836"/>
          </a:xfrm>
          <a:prstGeom prst="roundRect">
            <a:avLst/>
          </a:prstGeom>
          <a:solidFill>
            <a:srgbClr val="DDD2B0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302C"/>
                </a:solidFill>
                <a:latin typeface="Aptos"/>
              </a:rPr>
              <a:t>title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23188"/>
            <a:ext cx="8714232" cy="502920"/>
          </a:xfrm>
          <a:prstGeom prst="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key_message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99260"/>
            <a:ext cx="1371600" cy="36576"/>
          </a:xfrm>
          <a:prstGeom prst="rect">
            <a:avLst/>
          </a:prstGeom>
          <a:solidFill>
            <a:srgbClr val="B8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34668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accent</a:t>
            </a:r>
          </a:p>
        </p:txBody>
      </p:sp>
      <p:sp>
        <p:nvSpPr>
          <p:cNvPr id="6" name="Oval 5"/>
          <p:cNvSpPr/>
          <p:nvPr/>
        </p:nvSpPr>
        <p:spPr>
          <a:xfrm>
            <a:off x="10085832" y="411480"/>
            <a:ext cx="1645920" cy="1645920"/>
          </a:xfrm>
          <a:prstGeom prst="ellipse">
            <a:avLst/>
          </a:prstGeom>
          <a:solidFill>
            <a:srgbClr val="C7DC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0302C"/>
                </a:solidFill>
                <a:latin typeface="Aptos"/>
              </a:rPr>
              <a:t>icon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059168" y="1900428"/>
            <a:ext cx="4672584" cy="3630168"/>
          </a:xfrm>
          <a:prstGeom prst="rect">
            <a:avLst/>
          </a:prstGeom>
          <a:solidFill>
            <a:srgbClr val="C7DC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sidebar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650992"/>
            <a:ext cx="11277295" cy="640080"/>
          </a:xfrm>
          <a:prstGeom prst="rect">
            <a:avLst/>
          </a:prstGeom>
          <a:solidFill>
            <a:srgbClr val="F0E8D8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0302C"/>
                </a:solidFill>
                <a:latin typeface="Aptos"/>
              </a:rPr>
              <a:t>notes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00428"/>
            <a:ext cx="6373368" cy="3549395"/>
          </a:xfrm>
          <a:prstGeom prst="rect">
            <a:avLst/>
          </a:prstGeom>
          <a:solidFill>
            <a:srgbClr val="F2EAD6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302C"/>
                </a:solidFill>
                <a:latin typeface="Aptos"/>
              </a:rPr>
              <a:t>content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57200"/>
            <a:ext cx="7607808" cy="457200"/>
          </a:xfrm>
          <a:prstGeom prst="roundRect">
            <a:avLst/>
          </a:prstGeom>
          <a:solidFill>
            <a:srgbClr val="CFE0D2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302C"/>
                </a:solidFill>
                <a:latin typeface="Aptos"/>
              </a:rPr>
              <a:t>title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87552"/>
            <a:ext cx="7607808" cy="502920"/>
          </a:xfrm>
          <a:prstGeom prst="rect">
            <a:avLst/>
          </a:prstGeom>
          <a:solidFill>
            <a:srgbClr val="E0ECE4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key_message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63624"/>
            <a:ext cx="1371600" cy="36576"/>
          </a:xfrm>
          <a:prstGeom prst="rect">
            <a:avLst/>
          </a:prstGeom>
          <a:solidFill>
            <a:srgbClr val="B8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99032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accent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64792"/>
            <a:ext cx="8001000" cy="3776472"/>
          </a:xfrm>
          <a:prstGeom prst="rect">
            <a:avLst/>
          </a:prstGeom>
          <a:solidFill>
            <a:srgbClr val="E4EFE7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302C"/>
                </a:solidFill>
                <a:latin typeface="Aptos"/>
              </a:rPr>
              <a:t>content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650992"/>
            <a:ext cx="11274552" cy="640080"/>
          </a:xfrm>
          <a:prstGeom prst="rect">
            <a:avLst/>
          </a:prstGeom>
          <a:solidFill>
            <a:srgbClr val="E8F0EA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0302C"/>
                </a:solidFill>
                <a:latin typeface="Aptos"/>
              </a:rPr>
              <a:t>notes</a:t>
            </a:r>
          </a:p>
        </p:txBody>
      </p:sp>
      <p:sp>
        <p:nvSpPr>
          <p:cNvPr id="8" name="Oval 7"/>
          <p:cNvSpPr/>
          <p:nvPr/>
        </p:nvSpPr>
        <p:spPr>
          <a:xfrm>
            <a:off x="10085832" y="411480"/>
            <a:ext cx="1645920" cy="1645920"/>
          </a:xfrm>
          <a:prstGeom prst="ellipse">
            <a:avLst/>
          </a:prstGeom>
          <a:solidFill>
            <a:srgbClr val="C7DC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0302C"/>
                </a:solidFill>
                <a:latin typeface="Aptos"/>
              </a:rPr>
              <a:t>icon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0" y="1764792"/>
            <a:ext cx="3044952" cy="3776472"/>
          </a:xfrm>
          <a:prstGeom prst="rect">
            <a:avLst/>
          </a:prstGeom>
          <a:solidFill>
            <a:srgbClr val="CFE0D2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sidebar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57200"/>
            <a:ext cx="8887968" cy="592836"/>
          </a:xfrm>
          <a:prstGeom prst="roundRect">
            <a:avLst/>
          </a:prstGeom>
          <a:solidFill>
            <a:srgbClr val="DDD2B0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302C"/>
                </a:solidFill>
                <a:latin typeface="Aptos"/>
              </a:rPr>
              <a:t>title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23188"/>
            <a:ext cx="8887968" cy="502920"/>
          </a:xfrm>
          <a:prstGeom prst="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key_message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99260"/>
            <a:ext cx="1371600" cy="36576"/>
          </a:xfrm>
          <a:prstGeom prst="rect">
            <a:avLst/>
          </a:prstGeom>
          <a:solidFill>
            <a:srgbClr val="B8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34668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accent</a:t>
            </a:r>
          </a:p>
        </p:txBody>
      </p:sp>
      <p:sp>
        <p:nvSpPr>
          <p:cNvPr id="6" name="Oval 5"/>
          <p:cNvSpPr/>
          <p:nvPr/>
        </p:nvSpPr>
        <p:spPr>
          <a:xfrm>
            <a:off x="10268712" y="411480"/>
            <a:ext cx="1463040" cy="1463040"/>
          </a:xfrm>
          <a:prstGeom prst="ellipse">
            <a:avLst/>
          </a:prstGeom>
          <a:solidFill>
            <a:srgbClr val="C7DC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0302C"/>
                </a:solidFill>
                <a:latin typeface="Aptos"/>
              </a:rPr>
              <a:t>icon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650992"/>
            <a:ext cx="11277295" cy="640080"/>
          </a:xfrm>
          <a:prstGeom prst="rect">
            <a:avLst/>
          </a:prstGeom>
          <a:solidFill>
            <a:srgbClr val="F0E8D8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0302C"/>
                </a:solidFill>
                <a:latin typeface="Aptos"/>
              </a:rPr>
              <a:t>notes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00428"/>
            <a:ext cx="9354312" cy="3238500"/>
          </a:xfrm>
          <a:prstGeom prst="rect">
            <a:avLst/>
          </a:prstGeom>
          <a:solidFill>
            <a:srgbClr val="F2EAD6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302C"/>
                </a:solidFill>
                <a:latin typeface="Aptos"/>
              </a:rPr>
              <a:t>content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248656"/>
            <a:ext cx="9354312" cy="201168"/>
          </a:xfrm>
          <a:prstGeom prst="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0302C"/>
                </a:solidFill>
                <a:latin typeface="Aptos"/>
              </a:rPr>
              <a:t>footer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67512" y="457200"/>
            <a:ext cx="8083296" cy="457200"/>
          </a:xfrm>
          <a:prstGeom prst="roundRect">
            <a:avLst/>
          </a:prstGeom>
          <a:solidFill>
            <a:srgbClr val="CFE0D2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302C"/>
                </a:solidFill>
                <a:latin typeface="Aptos"/>
              </a:rPr>
              <a:t>title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67512" y="987552"/>
            <a:ext cx="8083296" cy="502920"/>
          </a:xfrm>
          <a:prstGeom prst="rect">
            <a:avLst/>
          </a:prstGeom>
          <a:solidFill>
            <a:srgbClr val="E0ECE4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0302C"/>
                </a:solidFill>
                <a:latin typeface="Aptos"/>
              </a:rPr>
              <a:t>key_message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63624"/>
            <a:ext cx="1371600" cy="36576"/>
          </a:xfrm>
          <a:prstGeom prst="rect">
            <a:avLst/>
          </a:prstGeom>
          <a:solidFill>
            <a:srgbClr val="B8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99032"/>
            <a:ext cx="1115568" cy="256032"/>
          </a:xfrm>
          <a:prstGeom prst="roundRect">
            <a:avLst/>
          </a:prstGeom>
          <a:solidFill>
            <a:srgbClr val="E8E1CD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0302C"/>
                </a:solidFill>
                <a:latin typeface="Aptos"/>
              </a:rPr>
              <a:t>accent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64792"/>
            <a:ext cx="8503920" cy="3502152"/>
          </a:xfrm>
          <a:prstGeom prst="rect">
            <a:avLst/>
          </a:prstGeom>
          <a:solidFill>
            <a:srgbClr val="E4EFE7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302C"/>
                </a:solidFill>
                <a:latin typeface="Aptos"/>
              </a:rPr>
              <a:t>content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650992"/>
            <a:ext cx="11274552" cy="640080"/>
          </a:xfrm>
          <a:prstGeom prst="rect">
            <a:avLst/>
          </a:prstGeom>
          <a:solidFill>
            <a:srgbClr val="E8F0EA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0302C"/>
                </a:solidFill>
                <a:latin typeface="Aptos"/>
              </a:rPr>
              <a:t>notes</a:t>
            </a:r>
          </a:p>
        </p:txBody>
      </p:sp>
      <p:sp>
        <p:nvSpPr>
          <p:cNvPr id="8" name="Oval 7"/>
          <p:cNvSpPr/>
          <p:nvPr/>
        </p:nvSpPr>
        <p:spPr>
          <a:xfrm>
            <a:off x="10268712" y="411480"/>
            <a:ext cx="1463040" cy="1463040"/>
          </a:xfrm>
          <a:prstGeom prst="ellipse">
            <a:avLst/>
          </a:prstGeom>
          <a:solidFill>
            <a:srgbClr val="C7DCCF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0302C"/>
                </a:solidFill>
                <a:latin typeface="Aptos"/>
              </a:rPr>
              <a:t>icon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340096"/>
            <a:ext cx="8503920" cy="201168"/>
          </a:xfrm>
          <a:prstGeom prst="rect">
            <a:avLst/>
          </a:prstGeom>
          <a:solidFill>
            <a:srgbClr val="E0ECE4"/>
          </a:solidFill>
          <a:ln w="19050">
            <a:solidFill>
              <a:srgbClr val="6E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0302C"/>
                </a:solidFill>
                <a:latin typeface="Aptos"/>
              </a:rPr>
              <a:t>footer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